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1828800" cy="0"/>
          </a:xfrm>
          <a:prstGeom prst="line">
            <a:avLst/>
          </a:prstGeom>
          <a:noFill/>
          <a:ln w="25400">
            <a:solidFill>
              <a:srgbClr val="E76F51"/>
            </a:solidFill>
            <a:prstDash val="solid"/>
            <a:head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2026-06-08T03:05:07Z</dcterms:created>
  <dcterms:modified xsi:type="dcterms:W3CDTF">2026-06-08T03:05:07Z</dcterms:modified>
</cp:coreProperties>
</file>